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92727" y="138988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92727" y="14630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 spc="140">
                <a:solidFill>
                  <a:srgbClr val="F2F7FD"/>
                </a:solidFill>
                <a:latin typeface="JetBrains Mono"/>
              </a:rPr>
              <a:t>ПРОГНОЗНЫЙ ДВИЖОК · OSMOSY 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Vector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2999232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F2F7FD"/>
                </a:solidFill>
                <a:latin typeface="Inter"/>
              </a:rPr>
              <a:t>Гибридный пайплайн TimesFM: прод-прогноз на 2.5, исследования на 3.0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2.5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прод · Apache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3.0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быстрее ковариаты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630936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1" name="Picture 20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Prediction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BC"/>
                </a:solidFill>
                <a:latin typeface="Inter"/>
              </a:rPr>
              <a:t>Zero-shot прогнозирование спроса, продаж и трафика кампаний без обучения под задачу — локально на CPU. Два контура, разделённые по лицензии.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A — ПРОД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2.5 · Apache-2.0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Боевые прогнозы: планы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производства и закупки,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KPI кампаний, отчёты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Контур B —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TimesFM 3.0 · non-commercial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Только сравнение моделей: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MAE, скорость, ковариаты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Не попадает в решения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Роли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данные и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Агенты: сборка, прогноз,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ревью качества и лицензии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ПУТЬ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4 шага: от выгрузки до плана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Продажи + план промо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 людей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Прогноз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 A (2.5):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интервалы, аномалии,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Ревью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Качество + лицензия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агентом-ревьюером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Решение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Директор: план по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forecast/cautious/optimistic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Кто что делает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Люди: продажи (выгрузка истории) · маркетолог (план промо) · директор (решение).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Агенты: сборщик (чек-лист, склейка) · прогнозист (контур A) · ревьюер (качество) · исследователь (контур B).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 не передаёт людям сырые цифры: сначала holdout-метрики и лицензионный чек.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ДВУХКОНТУРНАЯ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Прод и research — раздельно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103120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03120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3225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A · прод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7249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campaign_forecast.py — TimesFM 2.5, XReg-ковариаты: промо-календарь, праздники, цены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20439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520439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73989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Контур B ·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1422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research_bench.py — TimesFM 3.0: нативная мультисерийность, past-future ковариаты, ~6x быстрее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937760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937760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15721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Лицензионная граница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5595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Прогноз 3.0 не попадает в производственные решения — только внутреннее сравнение моделей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972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Полные правила — docs/license-compliance.md · гайд по данным — docs/data-guide.md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210312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31.4 vs 40.5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32918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2F7FD"/>
                </a:solidFill>
                <a:latin typeface="Inter"/>
              </a:rPr>
              <a:t>MAE на живом тесте: 2.5+XReg против 3.0+ковариат (106 точек, кликс-ряд)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4297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2F7FD"/>
                </a:solidFill>
                <a:latin typeface="Inter Display"/>
              </a:rPr>
              <a:t>Прогноз — инструмент. Решение — человек.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5074920"/>
            <a:ext cx="45720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8B2F8"/>
                </a:solidFill>
                <a:latin typeface="JetBrains Mono"/>
              </a:rPr>
              <a:t>github.com/Osmosy/vector-prediction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Контур A: Apache-2.0 (прод) · Контур B: non-commercial (research only)</a:t>
            </a:r>
          </a:p>
        </p:txBody>
      </p:sp>
      <p:pic>
        <p:nvPicPr>
          <p:cNvPr id="10" name="Picture 9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