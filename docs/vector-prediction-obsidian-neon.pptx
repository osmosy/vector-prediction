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92727" y="138988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92727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ПРОГНОЗНЫЙ ДВИЖОК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2999232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Гибридный пайплайн TimesFM: прод-прогноз на 2.5, исследования на 3.0 — спрос, продажи, трафик кампаний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прод · Apache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~5x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быстрее ковариаты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Zero-shot прогнозирование спроса, продаж и трафика кампаний без обучения под задачу — локально на CPU. Два контура, разделённые по лицензии.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A —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2.5 · Apache-2.0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Боевые прогнозы: 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производства и закупки,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KPI кампаний, отчёты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B —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3.0 · non-commercial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сравнение моделей: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MAE, скорость, ковариаты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попадает в решения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данные и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Агенты: сборка, прогноз,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 качества и лицензии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Прогноз, которого обычно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«Как в прошлый раз»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по интуиции и прошлому опыту.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Акции и праздники — сюрприз: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 дефицит, то перепроизводство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Excel вручную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Часы на сводные таблицы,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средние за месяц — не прогноз.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 не учитывается совсем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Облачные прогнозы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уходят наружу,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подписка за каждый прогон,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чёрный ящик без интервалов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Цена ошибки в мясопродуктах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Скоропорт: перепроизводство — прямые списания, недопроизводство — упущенная выручка и пустая полка.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Шашлычный сезон, Пасха, Новый год — пики, которые нельзя «усреднить»: без сезонной истории модель слепа.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Промо-дни дают +20–40% к продажам — план без календаря акций систематически ошибается именно в эти дни.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Foundation model вместо ручных таблиц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Без обучения под задачу: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загрузили историю — получили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прогноз. 200M параметров,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претрейн на млрд точек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Интервалы, не числа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день: cautious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forecast / optimistic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 и заморозка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планируются по-разному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Локально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Веса на своём железе: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не покидают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контур. CPU 20 ядер,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RAM ~1.5 ГБ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Модель «видит» будущую акцию: календарь промо подаётся как past-future ковариат — рост заложен заранее.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Кросс-связи рядов: промо в сосисках видно и в прогнозе ветчины (мультивариантность 3.0; в 2.5 — через XReg).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 в истории ловятся квантилями: факт вне 80% интервала = WARNING/CRITICAL сигнал.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подготовить: три уровня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Обязательно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История продаж по дням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Минимум 4 месяца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Норма: 1 год, идеально: 2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Один продукт = один столбец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Повышает точность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Календарь акций: прошлое + план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Праздники (календарь известен)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Цены по дням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Посещаемость (только прошлое)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Бонусы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погоды на будущее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Маркетинговые активности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Производственные ограничения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будущего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Будущее передаётся только для заранее известных фактов: акции, праздники, цены по прайсу.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Выдуманные будущие числа портят прогноз. Нет плана промо — столбец заполняется нулями, модель честно их не знает.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Формат: CSV/Excel, одна строка = один день, числа с точкой, без строк «итого». Полный чек-лист: docs/data-guide.md.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КТО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Люди решают — агенты считают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Продажи выгружают историю,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маркетолог даёт план промо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Сборка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Агент-сборщик: чек-лист,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склейка CSV, preflight системы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Прогноз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A: интервалы 60/80%,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аномалии, метрики на holdout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Ревьюер допускает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директор планирует по цифрам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297680"/>
            <a:ext cx="10671048" cy="1920240"/>
          </a:xfrm>
          <a:prstGeom prst="roundRect">
            <a:avLst>
              <a:gd name="adj" fmla="val 428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297680"/>
            <a:ext cx="45720" cy="1920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51713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Разделение ответственности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919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полнота и правдивость данных, план акций, финальное решение по производству.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19379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Агенты: формат и склейка, запуск модели, ревью качества и лицензии. Агент не передаёт сырые цифры — сначала holdout-метрики.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4681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Каденция: история раз в неделю, прогноз еженедельно, сравнение моделей и проверка лицензии 3.0 — раз в месяц.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Двухконтурная схема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5720" cy="14173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311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A · ПРОД — TimesFM 2.5, Apache-2.0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633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campaign_forecast.py: точечный прогноз + 60/80% интервалы, XReg-ковариаты (промо, праздники, цены), аномалии, holdout-метрики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93592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93592"/>
            <a:ext cx="45720" cy="14173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130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B · RESEARCH — TimesFM 3.0, non-commercial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research_bench.py: нативная мультисерийность, past-future ковариаты за один проход (~5x быстрее), 9 квантилей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75504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175504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3949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Лицензионная граница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79729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3.0 не попадает в производственные решения — только внутреннее сравнение моделей. Пути к коммерческому 3.0: Apache-релиз, BigQuery AI.FORECAST, прямая лицензия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ЛИЦЕНЗИЯ TIMESFM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Non-commercial: что можно и нельзя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Разрешено —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Бенчмарк против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отчёты о моделях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Outputs не являются Derivative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Исследования и оценка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Запрещено — 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производства по цифрам 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Продажа прогноза как услуги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Дистилляция в коммерческую 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Дистрибуция весов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Коммерческий путь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2.5 — Apache-2.0 (уже прод)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 —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Прямая лицензия у Google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Мониторинг: раз в месяц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554480"/>
          </a:xfrm>
          <a:prstGeom prst="roundRect">
            <a:avLst>
              <a:gd name="adj" fmla="val 529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5544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Грань, которую держим в коде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— отдельный вход, не импортируется прод-пайплайном, предупреждение при каждом запуске.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Грань: цифра 3.0 попала в производственный план = нарушение. Сравнение 3.0 vs 2.5 во внутреннем отчёте = можно.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БЕНЧМАРК 2.5 VS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Точность и скорость на живом прогоне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92354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Метрика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XReg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ковар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clicks (контекст 106, горизонт 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33.75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31.42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67.77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40.55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Время прогноза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1.29 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0.22 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0.24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Ковариат промо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110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XReg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нативный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Лицензия весов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Apache-2.0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Apache-2.0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74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4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84632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84632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50657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4681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Вывод: на ряде из репо точнее 2.5 + XReg (MAE 31.42 против 40.55 у 3.0 с ковариатом); 3.0 быстрее в ковариатном прогнозе (~5x).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Прод-выбор 2.5 оправдан и лицензией, и точностью; 3.0 — быстрый тест-прогон перед боевым расчётом на 2.5.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Повторить: research_bench.py --input data/sample/history.csv --value-col clicks (04.09.2026, Ryzen AI 9 H 365, 20 CPU).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директор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868680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Дата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Cautious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Optimistic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19659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Промо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662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196.8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209.5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8704" y="2414015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204.1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191.0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217.3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29443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172.5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160.8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34747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662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141.2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129.6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152.7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4005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434840"/>
            <a:ext cx="11064240" cy="2148840"/>
          </a:xfrm>
          <a:prstGeom prst="roundRect">
            <a:avLst>
              <a:gd name="adj" fmla="val 3829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434840"/>
            <a:ext cx="45720" cy="2148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65429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 и что делать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0566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forecast — план производства/закупки по умолчанию. cautious (10-й перцентиль) — нижняя граница: скоропорт ближе к ней. optimistic (90-й) — запас для заморозки и долгих сроков.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3309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промо-дни (5–6 сентября) модель подняла прогноз заранее — календарь акций из плана сработал.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60527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Метрики на holdout: MAE/RMSE/MAPE + покрытие 80% интервала (цель ~80%). MAPE &gt; 15% — сигнал усилить данные: длиннее история, добавить ковариаты.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КАДЕНЦИЯ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Ритм работы прогнозного контура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Цикл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659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414015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Выгрузка истории за прошедшую неделю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414015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Продажи → агент-сборщик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3522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358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3035808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Прогноз на 2 недели вперёд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303580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Агент-прогнозист (контур 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57015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57599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3657599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Сравнение 2.5 vs 3.0 на свежих данных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657599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 (контур 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178807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27939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4279392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Проверка: Apache-релиз 3.0? BigQuery?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427939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0599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901183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По событию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6624" y="4901183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Внеплановый прогноз под акцию/запуск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4901183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По заявке директора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3212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45720" cy="10972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51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контура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153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не встраивается в прод-пайплайн: отдельный вход, отдельный выход.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025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Ближайшее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048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на реальных данных мясопродуктов (календарь акций + праздники + цены)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7919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Подключение 1С-выгрузки к формату history.csv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11064240" cy="1280160"/>
          </a:xfrm>
          <a:prstGeom prst="roundRect">
            <a:avLst>
              <a:gd name="adj" fmla="val 6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80360"/>
            <a:ext cx="45720" cy="12801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998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Средний горизонт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AI.FORECAST, когда 3.0 появится — облачный контур для масштаба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76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Мультивариантный режим 3.0 в прод-пайплайне после Apache-релиза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43400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62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65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vector-work (роли) и vector-marketing (кампании)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2395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прогнозный слой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38B2F8"/>
                </a:solidFill>
                <a:latin typeface="Inter Display"/>
              </a:rPr>
              <a:t>2 контура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прод на Apache-2.0 и research — лицензионная чистота встроена в архитектуру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Прогноз — инструмент. Решение — человек.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626364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Контур A: Apache-2.0 (прод) · Контур B: non-commercial (research only) · гайды и лицензия — в репо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